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57" r:id="rId6"/>
    <p:sldId id="263" r:id="rId7"/>
    <p:sldId id="262" r:id="rId8"/>
    <p:sldId id="264" r:id="rId9"/>
    <p:sldId id="265" r:id="rId10"/>
    <p:sldId id="260" r:id="rId11"/>
    <p:sldId id="266" r:id="rId12"/>
    <p:sldId id="269" r:id="rId13"/>
    <p:sldId id="270" r:id="rId14"/>
    <p:sldId id="271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9F8D-8AA6-DFA6-522D-C57E9B70D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E9E2C-7F05-1BB4-A4AD-DEA1C2AF4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6F8C8-2682-1E71-E171-8A6C09435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1ECBA-A246-DB9F-9526-FBAAB90E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1C703-D68A-C56D-AEFE-B9C870F93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81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4260-CED1-CC54-14A3-AAAFDAA4D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B8449-DA1C-D2A8-DDEA-D8D401F90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78E25-3257-BCC6-4E93-D78511C3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FBB2-7C6C-EE4F-C54F-B6FB5172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3D93E-8041-0E2B-43DE-519481D6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64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A520-38BC-3009-D086-81402130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DA7BF-0665-4D5A-DFFB-4BEDD4A7E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A9722-283F-BC58-89BB-6E5AEFF4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D60EE-CE6D-1921-6081-A7711998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3401-3C8D-1987-FC90-9A57D531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45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D05B-987D-912C-829E-DC04BDE8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9B18-62FF-7702-9601-51DD8C480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F16D5-7634-96E4-D6BB-54568402A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F50EF-BBC0-5B72-F0A7-1BE83DBA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27308-C8DA-F894-54E5-76297319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E7E48-3AA2-D80B-CF2C-7D37E606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95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3010-DEBE-68F6-4F70-60842E8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186D7-89F1-C8BC-668A-E27D3690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39034-8AF4-F999-C264-19D2A7A77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AA7B92-46DB-B511-F344-2339D28EE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A528D-7739-4040-010B-DE2DA2B76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C09527-C5E8-319D-2791-16A591D4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C7B72D-38AE-63AC-0ABD-B9D631B5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84BDF-A0CF-745B-2B73-1EF0434C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97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6756-9CEB-46EB-EE0C-DC5E958A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91B673-51AD-0CA1-EF81-3AC039D2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8B4EE-34CA-CA49-CB02-A3A36AA4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45CCB-1936-3EE6-E77D-C3121B15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C9CB2E-2683-C6A3-FA2E-65B03058D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12671D-5C89-7C33-666F-1AC7D083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9434B-75FE-8528-F76A-4EA869D2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2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484B-6557-523A-346A-9894C6E8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D1FFC-42B6-3552-B409-B86DAEB1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4AAF7-0387-FC5C-8FC7-F1D4F3E68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794306-4366-B660-FB60-2514DDE6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68A26-1F6E-A8F6-F8B5-F9AB6229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317CA-34E6-29CF-9E7A-19AE1873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26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F8AA-615C-A2C6-D6D3-669C60119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B0D32-5DCF-C9C7-1E47-76BA54DF8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64EDF-B4E9-1497-9003-FFB35B47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2352C-05B8-3D74-51D8-1386B303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5CCD3-5D4B-703D-82A1-AE307DC0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0FDC8-F9BA-D8B3-C41B-2CBC8C71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55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C0DC8-9710-FE28-AFFE-23DFDBD2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E0FCF-2370-94AF-7CF1-D3A04B9B3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34EB8-8144-1C85-BC68-9E6741526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1E03-7E95-9505-A55B-08484784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09783-7018-A9FD-433A-71BF8A42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75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74927-4954-7AD5-3794-65B8B63A9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97918-0133-ED20-8EAA-5403B33F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A5D0-3CCC-8484-8A01-D58ECB5E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B3190-5F8B-5A5E-102C-B0CD587F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82168-A687-207B-7E9F-86A09297F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60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AAFEE-5704-1A94-2239-B8AE8A20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0094-CBE9-7459-DA9B-FC01938D2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0328F-0CA4-8C14-668C-B9B0F0AEE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32FB6-0DF2-4C19-B3B4-A0C039A1BAF7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CDF4-E9C3-817F-A51A-7A6759356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B748-F5C5-ACD8-5872-4D2AC462E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480B4-717A-4D7F-8658-88B6945742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10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BA90-D6AA-7E75-7046-EC1AB4B7E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395E9-F7E2-B4E7-FEF4-018DC27A0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67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7679-64AA-EC8C-2EC1-84EC80C3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premiss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B429-C3B5-68B2-9B68-2996B7F0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345"/>
            <a:ext cx="10515600" cy="4351338"/>
          </a:xfrm>
        </p:spPr>
        <p:txBody>
          <a:bodyPr/>
          <a:lstStyle/>
          <a:p>
            <a:r>
              <a:rPr lang="en-GB" dirty="0"/>
              <a:t>Some type of backstory//player searching for missing person for intel or something</a:t>
            </a:r>
          </a:p>
          <a:p>
            <a:r>
              <a:rPr lang="en-GB" dirty="0"/>
              <a:t>Explores environment (walks the intended route and will find cabins)</a:t>
            </a:r>
          </a:p>
          <a:p>
            <a:r>
              <a:rPr lang="en-GB" dirty="0"/>
              <a:t>Will faintly hear woman shouting for help , will see smoke and fire coming from generator </a:t>
            </a:r>
          </a:p>
          <a:p>
            <a:r>
              <a:rPr lang="en-GB" dirty="0"/>
              <a:t>Will realise that the generator broke , trapping someone inside</a:t>
            </a:r>
          </a:p>
          <a:p>
            <a:r>
              <a:rPr lang="en-GB" dirty="0"/>
              <a:t>Fix generator and retrieve female </a:t>
            </a:r>
          </a:p>
        </p:txBody>
      </p:sp>
    </p:spTree>
    <p:extLst>
      <p:ext uri="{BB962C8B-B14F-4D97-AF65-F5344CB8AC3E}">
        <p14:creationId xmlns:p14="http://schemas.microsoft.com/office/powerpoint/2010/main" val="77582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A49FCD-86CC-859A-AF32-3B2236871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19" y="987552"/>
            <a:ext cx="10837586" cy="47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A02E-6F16-9114-129C-34D6D7E8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4B832-F473-41B7-CBDF-2A3B5229F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“Forks” (Decisions)</a:t>
            </a:r>
          </a:p>
          <a:p>
            <a:r>
              <a:rPr lang="en-GB" dirty="0"/>
              <a:t>I need to test guidance and for that I will need a few “forks” </a:t>
            </a:r>
          </a:p>
          <a:p>
            <a:r>
              <a:rPr lang="en-GB" dirty="0"/>
              <a:t>If there are no decisions to make than the user will eventually reach the generator regardless of the lighting, because of this I need to include decisions that I can also utilise lighting in to help guide the player to the correct choice </a:t>
            </a:r>
          </a:p>
          <a:p>
            <a:r>
              <a:rPr lang="en-GB" dirty="0"/>
              <a:t>Example </a:t>
            </a:r>
          </a:p>
          <a:p>
            <a:r>
              <a:rPr lang="en-GB" dirty="0"/>
              <a:t>The correct path has warm light, brighter environment, light spilling over wall</a:t>
            </a:r>
          </a:p>
          <a:p>
            <a:r>
              <a:rPr lang="en-GB" dirty="0"/>
              <a:t>The dead end has no visual interest, darker, no emitting lights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499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5862-568D-A216-0602-95E0223FA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707F-C485-100A-22B0-65C6ADE5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4003D-1BA4-3DA6-A456-973EE03F0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1" y="225655"/>
            <a:ext cx="7893260" cy="643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5E80-D85F-C881-89C9-D8651AF6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Grey box in light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801FB-CEA4-B713-2508-B2E55EB81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63" y="1843912"/>
            <a:ext cx="10860074" cy="422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28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A8236-D928-4E8E-005C-678C6E5B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Dusk/Night before guidance lights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E3F57-FB84-1E32-A033-DEDCC74A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4" y="1825625"/>
            <a:ext cx="11462532" cy="448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84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4F77-81E6-CDA6-78B1-9F4C144B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Final version with guidance lighting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174F4-0185-AD6B-6B6C-ABFE5F7EC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90" y="1476374"/>
            <a:ext cx="8211911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1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32F6-B002-520B-11EE-1F56BC23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Devlog</a:t>
            </a:r>
            <a:r>
              <a:rPr lang="en-GB" dirty="0"/>
              <a:t> Prototype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0144D-71E8-DCA2-D95B-AA8CC887F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Link –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89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6C1A4-5782-BB90-F94F-657A81B6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2ECDD-A93C-B49C-2B95-4623494DF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E to free player – Black Screen – Next </a:t>
            </a:r>
            <a:r>
              <a:rPr lang="en-GB" dirty="0" err="1"/>
              <a:t>Prortype</a:t>
            </a:r>
            <a:r>
              <a:rPr lang="en-GB" dirty="0"/>
              <a:t> level loads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830D5-F174-CE37-5F8C-5D21583D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11" y="1334377"/>
            <a:ext cx="8433493" cy="4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6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5DB5-FD69-24B5-52D6-379D2A32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Prototype 2: Architectural Guidance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3B49-71DE-394E-D3E2-803A71BF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Path Width – </a:t>
            </a:r>
          </a:p>
          <a:p>
            <a:r>
              <a:rPr lang="en-GB" dirty="0"/>
              <a:t>Framing – Using Architecture to frame the objective</a:t>
            </a:r>
          </a:p>
          <a:p>
            <a:r>
              <a:rPr lang="en-GB" dirty="0"/>
              <a:t>Occlusion – Hide things until the right moment </a:t>
            </a:r>
          </a:p>
          <a:p>
            <a:r>
              <a:rPr lang="en-GB" dirty="0"/>
              <a:t>Natural Funnels – </a:t>
            </a:r>
          </a:p>
          <a:p>
            <a:r>
              <a:rPr lang="en-GB" dirty="0"/>
              <a:t>Gateways – Doorways psychologically tell players to continue </a:t>
            </a:r>
          </a:p>
          <a:p>
            <a:r>
              <a:rPr lang="en-GB" dirty="0"/>
              <a:t>Curved Paths – Straight lines reveal everything , curves create curiosity </a:t>
            </a:r>
          </a:p>
        </p:txBody>
      </p:sp>
    </p:spTree>
    <p:extLst>
      <p:ext uri="{BB962C8B-B14F-4D97-AF65-F5344CB8AC3E}">
        <p14:creationId xmlns:p14="http://schemas.microsoft.com/office/powerpoint/2010/main" val="2069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34C7-D323-C813-CF8A-49445AF3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Changes to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1C0E3-5718-6D59-45E8-0CA31F304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map layout had to change slightly as this focuses on the architectural guidance techniques, so changes had to be made in order to demonstrate architectural guidance </a:t>
            </a:r>
          </a:p>
          <a:p>
            <a:r>
              <a:rPr lang="en-GB" dirty="0"/>
              <a:t>To keep the study fair, I have tried to keep it as similar to the other prototypes as possible, keeping the same objectives, themes and environment models </a:t>
            </a:r>
          </a:p>
        </p:txBody>
      </p:sp>
    </p:spTree>
    <p:extLst>
      <p:ext uri="{BB962C8B-B14F-4D97-AF65-F5344CB8AC3E}">
        <p14:creationId xmlns:p14="http://schemas.microsoft.com/office/powerpoint/2010/main" val="243686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D042-2A9D-CDA8-D541-21A1896D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 and re do this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8FBCD-C4B5-A3BC-0BF8-E35943266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8306"/>
            <a:ext cx="652700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CD5DB-9223-7C64-24EE-9F0352843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1825625"/>
            <a:ext cx="61150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6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4DD3-1160-8A75-8098-3765DDFD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D4EE-5A72-23CE-C330-1962B4462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45825-A323-C7D7-3872-4B1C88472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790" y="1899138"/>
            <a:ext cx="9182187" cy="3861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5B037B-20E7-B45B-A646-01076C1F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29" y="1690688"/>
            <a:ext cx="10515601" cy="50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89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679A-F735-1C71-219A-9C49D104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test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5BEE-44E1-3C1C-DD45-974699A66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If players say things like</a:t>
            </a:r>
          </a:p>
          <a:p>
            <a:r>
              <a:rPr lang="en-GB" dirty="0"/>
              <a:t>I just Followed the Path </a:t>
            </a:r>
          </a:p>
          <a:p>
            <a:r>
              <a:rPr lang="en-GB" dirty="0"/>
              <a:t>It felt like the obvious way </a:t>
            </a:r>
          </a:p>
          <a:p>
            <a:r>
              <a:rPr lang="en-GB" dirty="0"/>
              <a:t>Ask questions like:</a:t>
            </a:r>
          </a:p>
          <a:p>
            <a:pPr lvl="0"/>
            <a:r>
              <a:rPr lang="en-GB" dirty="0"/>
              <a:t>Which path did you choose first? </a:t>
            </a:r>
          </a:p>
          <a:p>
            <a:pPr lvl="0"/>
            <a:r>
              <a:rPr lang="en-GB" dirty="0"/>
              <a:t>Why did you choose it? </a:t>
            </a:r>
          </a:p>
          <a:p>
            <a:pPr lvl="0"/>
            <a:r>
              <a:rPr lang="en-GB" dirty="0"/>
              <a:t>Did any part of the environment influence your decision? </a:t>
            </a:r>
          </a:p>
          <a:p>
            <a:pPr lvl="0"/>
            <a:r>
              <a:rPr lang="en-GB" dirty="0"/>
              <a:t>Did you ever feel lost? </a:t>
            </a:r>
          </a:p>
          <a:p>
            <a:pPr lvl="0"/>
            <a:r>
              <a:rPr lang="en-GB" dirty="0"/>
              <a:t>Did the layout naturally guide you? </a:t>
            </a:r>
          </a:p>
          <a:p>
            <a:r>
              <a:rPr lang="en-GB" dirty="0"/>
              <a:t>If people answer:</a:t>
            </a:r>
          </a:p>
          <a:p>
            <a:r>
              <a:rPr lang="en-GB" dirty="0"/>
              <a:t>"It just felt like the correct path."</a:t>
            </a:r>
          </a:p>
          <a:p>
            <a:r>
              <a:rPr lang="en-GB" dirty="0"/>
              <a:t>then your architectural guidance worked.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157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8EF3-A5F2-E802-1213-75472660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D5A29-8554-302D-6080-6E3D19FE6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51A11-0692-BFB0-5A8B-EE6624BE9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06" y="1825625"/>
            <a:ext cx="7331075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3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384</Words>
  <Application>Microsoft Office PowerPoint</Application>
  <PresentationFormat>Widescreen</PresentationFormat>
  <Paragraphs>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Prototype premiss </vt:lpstr>
      <vt:lpstr>PowerPoint Presentation</vt:lpstr>
      <vt:lpstr>Forks</vt:lpstr>
      <vt:lpstr>PowerPoint Presentation</vt:lpstr>
      <vt:lpstr>1. Grey box in light </vt:lpstr>
      <vt:lpstr>2. Dusk/Night before guidance lights </vt:lpstr>
      <vt:lpstr>3. Final version with guidance lighting </vt:lpstr>
      <vt:lpstr>Devlog Prototype 1</vt:lpstr>
      <vt:lpstr>PowerPoint Presentation</vt:lpstr>
      <vt:lpstr>Prototype 2: Architectural Guidance </vt:lpstr>
      <vt:lpstr>Changes to test</vt:lpstr>
      <vt:lpstr>Copy and re do this </vt:lpstr>
      <vt:lpstr>1</vt:lpstr>
      <vt:lpstr>How to test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HODGE</dc:creator>
  <cp:lastModifiedBy>MORGAN HODGE</cp:lastModifiedBy>
  <cp:revision>15</cp:revision>
  <dcterms:created xsi:type="dcterms:W3CDTF">2026-07-18T15:51:49Z</dcterms:created>
  <dcterms:modified xsi:type="dcterms:W3CDTF">2026-08-07T15:41:46Z</dcterms:modified>
</cp:coreProperties>
</file>