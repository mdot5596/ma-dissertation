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9F8D-8AA6-DFA6-522D-C57E9B70D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2E9E2C-7F05-1BB4-A4AD-DEA1C2AF4B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6F8C8-2682-1E71-E171-8A6C09435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1ECBA-A246-DB9F-9526-FBAAB90E1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1C703-D68A-C56D-AEFE-B9C870F93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812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24260-CED1-CC54-14A3-AAAFDAA4D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B8449-DA1C-D2A8-DDEA-D8D401F90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78E25-3257-BCC6-4E93-D78511C3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CBFBB2-7C6C-EE4F-C54F-B6FB5172C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3D93E-8041-0E2B-43DE-519481D60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9645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4A520-38BC-3009-D086-814021305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DA7BF-0665-4D5A-DFFB-4BEDD4A7E3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A9722-283F-BC58-89BB-6E5AEFF44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D60EE-CE6D-1921-6081-A77119987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173401-3C8D-1987-FC90-9A57D5315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45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ED05B-987D-912C-829E-DC04BDE8E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E9B18-62FF-7702-9601-51DD8C480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FF16D5-7634-96E4-D6BB-54568402A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9F50EF-BBC0-5B72-F0A7-1BE83DBAA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727308-C8DA-F894-54E5-762973194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E7E48-3AA2-D80B-CF2C-7D37E6062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9959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73010-DEBE-68F6-4F70-60842E8D5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186D7-89F1-C8BC-668A-E27D36904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539034-8AF4-F999-C264-19D2A7A77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A7B92-46DB-B511-F344-2339D28EE6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2A528D-7739-4040-010B-DE2DA2B76D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C09527-C5E8-319D-2791-16A591D4D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C7B72D-38AE-63AC-0ABD-B9D631B50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F84BDF-A0CF-745B-2B73-1EF0434C1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715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6756-9CEB-46EB-EE0C-DC5E958A8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91B673-51AD-0CA1-EF81-3AC039D2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88B4EE-34CA-CA49-CB02-A3A36AA46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45CCB-1936-3EE6-E77D-C3121B15E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924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C9CB2E-2683-C6A3-FA2E-65B03058D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12671D-5C89-7C33-666F-1AC7D0838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9434B-75FE-8528-F76A-4EA869D29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237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9484B-6557-523A-346A-9894C6E81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D1FFC-42B6-3552-B409-B86DAEB15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54AAF7-0387-FC5C-8FC7-F1D4F3E68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794306-4366-B660-FB60-2514DDE6F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8A26-1F6E-A8F6-F8B5-F9AB62295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B317CA-34E6-29CF-9E7A-19AE1873B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6266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F8AA-615C-A2C6-D6D3-669C60119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DB0D32-5DCF-C9C7-1E47-76BA54DF86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864EDF-B4E9-1497-9003-FFB35B47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2352C-05B8-3D74-51D8-1386B3034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5CCD3-5D4B-703D-82A1-AE307DC0B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80FDC8-F9BA-D8B3-C41B-2CBC8C713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255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C0DC8-9710-FE28-AFFE-23DFDBD2E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5E0FCF-2370-94AF-7CF1-D3A04B9B3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34EB8-8144-1C85-BC68-9E674152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21E03-7E95-9505-A55B-084847847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09783-7018-A9FD-433A-71BF8A42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752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74927-4954-7AD5-3794-65B8B63A9A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97918-0133-ED20-8EAA-5403B33F52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FA5D0-3CCC-8484-8A01-D58ECB5E7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1B3190-5F8B-5A5E-102C-B0CD587F7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82168-A687-207B-7E9F-86A09297F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604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5AAFEE-5704-1A94-2239-B8AE8A201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B20094-CBE9-7459-DA9B-FC01938D20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0328F-0CA4-8C14-668C-B9B0F0AEE1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32FB6-0DF2-4C19-B3B4-A0C039A1BAF7}" type="datetimeFigureOut">
              <a:rPr lang="en-GB" smtClean="0"/>
              <a:t>18/07/2026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CCDF4-E9C3-817F-A51A-7A67593561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B6B748-F5C5-ACD8-5872-4D2AC462EA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104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BA90-D6AA-7E75-7046-EC1AB4B7E8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D395E9-F7E2-B4E7-FEF4-018DC27A03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567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27679-64AA-EC8C-2EC1-84EC80C30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premiss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7B429-C3B5-68B2-9B68-2996B7F0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1345"/>
            <a:ext cx="10515600" cy="4351338"/>
          </a:xfrm>
        </p:spPr>
        <p:txBody>
          <a:bodyPr/>
          <a:lstStyle/>
          <a:p>
            <a:r>
              <a:rPr lang="en-GB" dirty="0"/>
              <a:t>Some type of backstory//player searching for missing person for intel or something</a:t>
            </a:r>
          </a:p>
          <a:p>
            <a:r>
              <a:rPr lang="en-GB" dirty="0"/>
              <a:t>Explores environment (walks the intended route and will find cabins)</a:t>
            </a:r>
          </a:p>
          <a:p>
            <a:r>
              <a:rPr lang="en-GB" dirty="0"/>
              <a:t>Will faintly hear woman shouting for help , will see smoke and fire coming from generator </a:t>
            </a:r>
          </a:p>
          <a:p>
            <a:r>
              <a:rPr lang="en-GB" dirty="0"/>
              <a:t>Will realise that the generator broke , trapping someone inside</a:t>
            </a:r>
          </a:p>
          <a:p>
            <a:r>
              <a:rPr lang="en-GB" dirty="0"/>
              <a:t>Fix generator and retrieve female </a:t>
            </a:r>
          </a:p>
        </p:txBody>
      </p:sp>
    </p:spTree>
    <p:extLst>
      <p:ext uri="{BB962C8B-B14F-4D97-AF65-F5344CB8AC3E}">
        <p14:creationId xmlns:p14="http://schemas.microsoft.com/office/powerpoint/2010/main" val="775825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BA49FCD-86CC-859A-AF32-3B2236871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19" y="987552"/>
            <a:ext cx="10837586" cy="471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86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65862-568D-A216-0602-95E0223FA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sure if this counts but particle effects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A707F-C485-100A-22B0-65C6ADE50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Colourd</a:t>
            </a:r>
            <a:r>
              <a:rPr lang="en-GB" dirty="0"/>
              <a:t>. Emits smoke and sparks from generator </a:t>
            </a:r>
          </a:p>
        </p:txBody>
      </p:sp>
    </p:spTree>
    <p:extLst>
      <p:ext uri="{BB962C8B-B14F-4D97-AF65-F5344CB8AC3E}">
        <p14:creationId xmlns:p14="http://schemas.microsoft.com/office/powerpoint/2010/main" val="279398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75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Prototype premiss </vt:lpstr>
      <vt:lpstr>PowerPoint Presentation</vt:lpstr>
      <vt:lpstr>Not sure if this counts but particle effects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1</cp:revision>
  <dcterms:created xsi:type="dcterms:W3CDTF">2026-07-18T15:51:49Z</dcterms:created>
  <dcterms:modified xsi:type="dcterms:W3CDTF">2026-07-18T18:11:20Z</dcterms:modified>
</cp:coreProperties>
</file>