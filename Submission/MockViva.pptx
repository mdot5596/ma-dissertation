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8D5E5-8CB3-6D19-E024-1C4EEE3F94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5A8D71-06BD-04D1-AA41-5A627BCCD9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AC978-100B-7A73-61EF-7230AF183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E77F1-398C-B24D-EF43-F30A5EC26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54ADB-AD95-6742-F8F0-0CA8F4AB6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0031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8BC2-B31C-8E99-C2FE-8B2411FFF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43697-C686-D3F1-D6C3-62F69E7DB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2DB76-D032-C487-5A58-E1BB9618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2B5BC-7FD2-055C-A313-2020F81AF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3617B-0075-A30A-B302-78706B7E7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374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36730-0CBB-25CB-6546-1DB26F047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77AD84-4454-7192-8BE1-2B5448C20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1F32E4-2630-39A7-5343-2FD8AACFD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D06F-7DE4-8318-904E-535DD13E9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37FB7-26DA-F41F-A8F3-47F45519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8127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9864B-0E61-52A3-2941-DE21CFB9E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F981C-2DF8-83CE-7190-BD292EB55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AEF970-77F0-A91C-6A10-140616E0A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F11F8C-BF28-E022-A72B-B861F0CE3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75DAD-0167-F302-8FE9-9AE165C3B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12D4D-7264-C575-1AB5-ADE00B85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4625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6FA8-8615-6D21-0624-B071FE1D3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60FB3-7F4C-83AF-28D6-AE559BADC0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8BE35-91F1-7243-24E4-6B50BAB44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3D2A4F-3221-40F2-D3DD-5A8F9C80C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7D2C74-AEDF-0F59-28EC-310B2F8A07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0BC96A-44ED-0684-9626-34E4EAE2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475C36-BA1F-E22C-FCE1-93E25DACD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982DD3-61B0-438A-7D40-97F7E28CE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8781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6C1AB-0560-619D-D0A4-6A600BD4D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2B31FF-FBB6-EAE2-9510-CF310DF7C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8E63FC-C033-38CF-F32C-DA219AD9E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151D03-B355-35AB-86FB-9EA0DF4D1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8795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3B9836-00A9-E6A8-4475-BDD64F001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21D4E0-45B3-9BA8-2581-97320E4A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B9EC2-05EA-559A-17E2-F048F6193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9339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9F6AA-1624-3204-FCF4-741761A8D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A35BE-ADFC-D54B-3B53-8868DD8DA4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DDB5FD-C454-D856-9AAE-6CF9F940C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9BCD3-E59C-360C-33C5-2F4DA7D79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F6D1C9-E834-2BB9-513A-FACC02E23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3700E0-73E8-EDFF-076E-B998DB70F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132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2F0FE-FB51-EAE6-D1D9-F25E7EBDA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B8F3B6-B06A-948E-5412-904BF08151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599FA9-3BA7-F7A5-881F-D2CCD750A9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D596A9-719E-2EE6-72C8-7D4572545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34C528-49F8-3D0C-D590-BDAF10843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49B14F-42F1-A766-CEC9-D4AAEDA93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707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BB9C0-18A8-FB3A-036C-D25CF626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0A77ED-3437-B0CC-2469-BBE28880B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07E53-9684-8387-FB30-ECBBD887D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7DC83B-84CA-D012-F319-C8CDAD6D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87178-C81B-8022-69BB-971EF80AE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295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C67E81-2306-1D1E-3B19-32E04F75C8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D10E95-0CA4-1B32-039D-A8D98ABB2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B30CD-1B85-2ACE-289D-F25ECA40A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2F539-931D-30FD-C984-F1812059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3217C-3344-DFA5-5CDB-774C47780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0068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0BECC-0829-0817-2148-AC5BE2E32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4A98E-C4A5-88A0-A658-8F82A9622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93250-823E-3E6F-184C-79363A675A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8BBD51-FD46-433A-BCDC-3AD25804D4B9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75A89A-B338-9557-E4AB-5847C4B97D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A0BC5-162E-7736-22FD-22001F3A21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353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9306F-AB39-C9EF-96BF-AFB9F9E03C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7323"/>
            <a:ext cx="9144000" cy="1031806"/>
          </a:xfrm>
        </p:spPr>
        <p:txBody>
          <a:bodyPr/>
          <a:lstStyle/>
          <a:p>
            <a:r>
              <a:rPr lang="en-GB" dirty="0"/>
              <a:t>Title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231E6B-5F59-414C-E5FA-AED6A34E60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968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Name</a:t>
            </a:r>
          </a:p>
          <a:p>
            <a:r>
              <a:rPr lang="en-GB" dirty="0"/>
              <a:t>Studying</a:t>
            </a:r>
          </a:p>
          <a:p>
            <a:r>
              <a:rPr lang="en-GB" dirty="0"/>
              <a:t>Research Question</a:t>
            </a:r>
          </a:p>
          <a:p>
            <a:r>
              <a:rPr lang="en-GB" dirty="0"/>
              <a:t>Brief description of project</a:t>
            </a:r>
          </a:p>
          <a:p>
            <a:r>
              <a:rPr lang="en-GB" dirty="0"/>
              <a:t>What have I created </a:t>
            </a:r>
          </a:p>
        </p:txBody>
      </p:sp>
    </p:spTree>
    <p:extLst>
      <p:ext uri="{BB962C8B-B14F-4D97-AF65-F5344CB8AC3E}">
        <p14:creationId xmlns:p14="http://schemas.microsoft.com/office/powerpoint/2010/main" val="1702241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3C8E9-AEAA-DF85-3BB9-455573093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52D00-E6FF-74B2-328F-72444F038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Player Navigation/Wayfinding</a:t>
            </a:r>
          </a:p>
          <a:p>
            <a:r>
              <a:rPr lang="en-GB" dirty="0"/>
              <a:t>The problem with explicit guidance </a:t>
            </a:r>
          </a:p>
          <a:p>
            <a:r>
              <a:rPr lang="en-GB" dirty="0"/>
              <a:t>Yellow tape debate (one of the biggest things)</a:t>
            </a:r>
          </a:p>
          <a:p>
            <a:r>
              <a:rPr lang="en-GB" dirty="0"/>
              <a:t>Why investigate environmental guidance</a:t>
            </a:r>
          </a:p>
        </p:txBody>
      </p:sp>
    </p:spTree>
    <p:extLst>
      <p:ext uri="{BB962C8B-B14F-4D97-AF65-F5344CB8AC3E}">
        <p14:creationId xmlns:p14="http://schemas.microsoft.com/office/powerpoint/2010/main" val="1257963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C7BBB-B505-962E-B8D5-5D429CD55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Research and Development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D6257-497B-8E00-9FF0-E7FE394EB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Literature/ contextual research</a:t>
            </a:r>
          </a:p>
          <a:p>
            <a:r>
              <a:rPr lang="en-GB" dirty="0"/>
              <a:t>Analysis of existing games </a:t>
            </a:r>
          </a:p>
          <a:p>
            <a:r>
              <a:rPr lang="en-GB" dirty="0"/>
              <a:t>Prototype development </a:t>
            </a:r>
          </a:p>
          <a:p>
            <a:r>
              <a:rPr lang="en-GB" dirty="0"/>
              <a:t>User Testing</a:t>
            </a:r>
          </a:p>
          <a:p>
            <a:r>
              <a:rPr lang="en-GB" dirty="0"/>
              <a:t>Why Unreal Engine 5</a:t>
            </a:r>
          </a:p>
          <a:p>
            <a:endParaRPr lang="en-GB" dirty="0"/>
          </a:p>
          <a:p>
            <a:r>
              <a:rPr lang="en-GB" dirty="0"/>
              <a:t>Matrix, I made and poster ? Also maybe version control </a:t>
            </a:r>
          </a:p>
        </p:txBody>
      </p:sp>
    </p:spTree>
    <p:extLst>
      <p:ext uri="{BB962C8B-B14F-4D97-AF65-F5344CB8AC3E}">
        <p14:creationId xmlns:p14="http://schemas.microsoft.com/office/powerpoint/2010/main" val="3219757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263E9-477E-5C76-C6C3-4EABB8CA2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1: Lighting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7424C-4E47-17EC-C2A0-9F127197B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technique I investigated </a:t>
            </a:r>
          </a:p>
          <a:p>
            <a:r>
              <a:rPr lang="en-GB" dirty="0"/>
              <a:t>What I built</a:t>
            </a:r>
          </a:p>
          <a:p>
            <a:r>
              <a:rPr lang="en-GB" dirty="0"/>
              <a:t>How lighting guides the player</a:t>
            </a:r>
          </a:p>
          <a:p>
            <a:r>
              <a:rPr lang="en-GB" dirty="0"/>
              <a:t>What I learned </a:t>
            </a:r>
          </a:p>
        </p:txBody>
      </p:sp>
    </p:spTree>
    <p:extLst>
      <p:ext uri="{BB962C8B-B14F-4D97-AF65-F5344CB8AC3E}">
        <p14:creationId xmlns:p14="http://schemas.microsoft.com/office/powerpoint/2010/main" val="368144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F6B2B-DDD6-757A-0ABE-18DC2159B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2 – Architectural guidance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33170-9047-DA77-A3FB-86F52660E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Layout</a:t>
            </a:r>
          </a:p>
          <a:p>
            <a:r>
              <a:rPr lang="en-GB" dirty="0"/>
              <a:t>Path width</a:t>
            </a:r>
          </a:p>
          <a:p>
            <a:r>
              <a:rPr lang="en-GB" dirty="0"/>
              <a:t>Compression/Release </a:t>
            </a:r>
          </a:p>
          <a:p>
            <a:r>
              <a:rPr lang="en-GB" dirty="0"/>
              <a:t>Framing</a:t>
            </a:r>
          </a:p>
          <a:p>
            <a:r>
              <a:rPr lang="en-GB" dirty="0"/>
              <a:t>How architecture </a:t>
            </a:r>
            <a:r>
              <a:rPr lang="en-GB" dirty="0" err="1"/>
              <a:t>influcences</a:t>
            </a:r>
            <a:r>
              <a:rPr lang="en-GB" dirty="0"/>
              <a:t> navigation </a:t>
            </a:r>
          </a:p>
          <a:p>
            <a:r>
              <a:rPr lang="en-GB" dirty="0"/>
              <a:t>What I learned </a:t>
            </a:r>
          </a:p>
        </p:txBody>
      </p:sp>
    </p:spTree>
    <p:extLst>
      <p:ext uri="{BB962C8B-B14F-4D97-AF65-F5344CB8AC3E}">
        <p14:creationId xmlns:p14="http://schemas.microsoft.com/office/powerpoint/2010/main" val="3206117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B7034-7E2B-6B51-32F7-7AD641E57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2F990-5E58-E757-C367-451E60D5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3 - Landmarks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244ED-4603-F27B-E7D9-C46B6A7F4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landmark (Watermill? Forgot )</a:t>
            </a:r>
          </a:p>
          <a:p>
            <a:r>
              <a:rPr lang="en-GB" dirty="0"/>
              <a:t>How it establishes orientation/direction </a:t>
            </a:r>
          </a:p>
          <a:p>
            <a:r>
              <a:rPr lang="en-GB" dirty="0"/>
              <a:t>Disney </a:t>
            </a:r>
            <a:r>
              <a:rPr lang="en-GB" dirty="0" err="1"/>
              <a:t>Weeeenieee</a:t>
            </a:r>
            <a:endParaRPr lang="en-GB" dirty="0"/>
          </a:p>
          <a:p>
            <a:r>
              <a:rPr lang="en-GB" dirty="0"/>
              <a:t>How the player uses it </a:t>
            </a:r>
          </a:p>
          <a:p>
            <a:r>
              <a:rPr lang="en-GB" dirty="0"/>
              <a:t>What I learned </a:t>
            </a:r>
          </a:p>
        </p:txBody>
      </p:sp>
    </p:spTree>
    <p:extLst>
      <p:ext uri="{BB962C8B-B14F-4D97-AF65-F5344CB8AC3E}">
        <p14:creationId xmlns:p14="http://schemas.microsoft.com/office/powerpoint/2010/main" val="353964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7E7B6-A2C8-2E42-6FD5-C12C6B016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3CE12-6A4E-B94D-0396-3E5B202D8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4 MAYBE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E6385-8C36-243D-2493-3A84C6079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4564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3D114-F04D-E719-3985-005B71AD2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 and Findings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94308-9325-1D03-22EB-E6F8E1E7B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I tested the prototypes </a:t>
            </a:r>
          </a:p>
          <a:p>
            <a:r>
              <a:rPr lang="en-GB" dirty="0"/>
              <a:t>What I observed </a:t>
            </a:r>
          </a:p>
          <a:p>
            <a:r>
              <a:rPr lang="en-GB" dirty="0"/>
              <a:t>Question are/Feedback Results </a:t>
            </a:r>
          </a:p>
          <a:p>
            <a:r>
              <a:rPr lang="en-GB" dirty="0"/>
              <a:t>Comparison between techniques </a:t>
            </a:r>
          </a:p>
        </p:txBody>
      </p:sp>
    </p:spTree>
    <p:extLst>
      <p:ext uri="{BB962C8B-B14F-4D97-AF65-F5344CB8AC3E}">
        <p14:creationId xmlns:p14="http://schemas.microsoft.com/office/powerpoint/2010/main" val="254253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1A982-2AF6-A96C-17D8-547C3B783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Answer to research question (v important)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5584-F81C-4F64-00B8-7D8D5D20E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did I actually discover from making these </a:t>
            </a:r>
            <a:r>
              <a:rPr lang="en-GB" dirty="0" err="1"/>
              <a:t>protoypes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323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9E65F-047B-1D27-3CDD-577E9D2E0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Audience and 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5C844-6721-1FFB-5AAC-732680A71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Intended audience </a:t>
            </a:r>
          </a:p>
          <a:p>
            <a:r>
              <a:rPr lang="en-GB" dirty="0"/>
              <a:t>How the artefact could help level/</a:t>
            </a:r>
            <a:r>
              <a:rPr lang="en-GB" dirty="0" err="1"/>
              <a:t>envioromental</a:t>
            </a:r>
            <a:r>
              <a:rPr lang="en-GB" dirty="0"/>
              <a:t> designers </a:t>
            </a:r>
          </a:p>
          <a:p>
            <a:r>
              <a:rPr lang="en-GB" dirty="0"/>
              <a:t>Portfolio value </a:t>
            </a:r>
          </a:p>
          <a:p>
            <a:r>
              <a:rPr lang="en-GB" dirty="0"/>
              <a:t>What the project demonstrates for me (this will make me look like a good designer </a:t>
            </a:r>
            <a:r>
              <a:rPr lang="en-GB" dirty="0" err="1"/>
              <a:t>eg</a:t>
            </a:r>
            <a:r>
              <a:rPr lang="en-GB" dirty="0"/>
              <a:t>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04361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51CEB-0641-6CD0-48DC-0D179CB56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Reflection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67102-7AF4-D2BB-9226-EE74A5C68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worked</a:t>
            </a:r>
          </a:p>
          <a:p>
            <a:r>
              <a:rPr lang="en-GB" dirty="0"/>
              <a:t>What didn’t </a:t>
            </a:r>
          </a:p>
          <a:p>
            <a:r>
              <a:rPr lang="en-GB" dirty="0"/>
              <a:t>Limitations </a:t>
            </a:r>
          </a:p>
          <a:p>
            <a:r>
              <a:rPr lang="en-GB" dirty="0"/>
              <a:t>What I would change with more time </a:t>
            </a:r>
          </a:p>
          <a:p>
            <a:r>
              <a:rPr lang="en-GB" dirty="0"/>
              <a:t>Potential for combing </a:t>
            </a:r>
            <a:r>
              <a:rPr lang="en-GB" dirty="0" err="1"/>
              <a:t>techniqeus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9019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1324C-C179-B77E-3B33-B73EBD32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C472E-29CD-2C27-5E9A-02B03D988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Short final summary</a:t>
            </a:r>
          </a:p>
          <a:p>
            <a:r>
              <a:rPr lang="en-GB" dirty="0"/>
              <a:t>Research question </a:t>
            </a:r>
          </a:p>
          <a:p>
            <a:r>
              <a:rPr lang="en-GB" dirty="0"/>
              <a:t>Main finding </a:t>
            </a:r>
          </a:p>
          <a:p>
            <a:r>
              <a:rPr lang="en-GB" dirty="0"/>
              <a:t>What the project demonstrates </a:t>
            </a:r>
          </a:p>
        </p:txBody>
      </p:sp>
    </p:spTree>
    <p:extLst>
      <p:ext uri="{BB962C8B-B14F-4D97-AF65-F5344CB8AC3E}">
        <p14:creationId xmlns:p14="http://schemas.microsoft.com/office/powerpoint/2010/main" val="1142626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238</Words>
  <Application>Microsoft Office PowerPoint</Application>
  <PresentationFormat>Widescreen</PresentationFormat>
  <Paragraphs>61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Title </vt:lpstr>
      <vt:lpstr>Context</vt:lpstr>
      <vt:lpstr>Research and Development Approach</vt:lpstr>
      <vt:lpstr>Prototype 1: Lighting</vt:lpstr>
      <vt:lpstr>Prototype 2 – Architectural guidance </vt:lpstr>
      <vt:lpstr>Prototype 3 - Landmarks</vt:lpstr>
      <vt:lpstr>Prototype 4 MAYBE</vt:lpstr>
      <vt:lpstr>Testing and Findings </vt:lpstr>
      <vt:lpstr>Answer to research question (v important)</vt:lpstr>
      <vt:lpstr>Audience and Value</vt:lpstr>
      <vt:lpstr>Reflection and Future work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2</cp:revision>
  <dcterms:created xsi:type="dcterms:W3CDTF">2026-08-20T14:07:00Z</dcterms:created>
  <dcterms:modified xsi:type="dcterms:W3CDTF">2026-08-20T14:48:36Z</dcterms:modified>
</cp:coreProperties>
</file>