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CB0F2-B4D5-DDC8-3484-BDCD627B6B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660120-FDD7-F6B8-DD14-1B6E114914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701CF-18BE-7339-0134-6A7AD1B6B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138BB-9DC9-8C66-7524-F84696CBD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A8E48-655D-0B1D-C559-F16C0CCA5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8888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98A60-6557-7CE3-98DD-66D43F13B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FD573-E2D5-7C71-F6C7-8B475BA77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BEA53-9762-FEB3-58B4-574D8FCAB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A41DA0-14F3-7D00-EF23-D90D44F7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4E3B9-D497-EDC4-5293-82804F40F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163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A6780-2ADA-7189-B89F-455A1CED8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AEE1-C596-3DC9-7930-CE0B4659E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A4B46-52EF-51BB-70BA-545AEE657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126C8-9F0A-CF79-D646-5027F2972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36D76-2EBC-1807-A8BE-62F95D5D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4767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3B5EA-2FD6-819C-71CC-F12E30CF0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E1FF8-F992-CC3D-32D7-65B2F0D8C4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DAC6C5-E032-C536-7311-89AA39CA0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4F636-3E0C-044E-BE59-1DBF5A88D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DEC941-2687-341D-8F4B-9086F84B6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A9F20E-B824-A628-94FB-FCAD05F65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229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EF3EC-4F87-2C8F-7FCB-C013E0FB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090A3D-0AA7-B60B-7B48-31B9BCF90E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CF8429-69DB-94D9-1414-260CE410A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A46A2B-5611-3ECF-5A62-99ECE21F4F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46DBBE-C9DD-E0CE-A960-07D6C21C59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321C2A-5092-AB49-54E3-595B2B201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BBA369-A64C-E3D6-98BF-62B0B33AF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4DFE79-365B-2727-E6D6-051D82CE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641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A3240-BD59-60F9-B83E-E16A97338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456E95-A250-F55C-DA3D-751E4F70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3F0BE-0809-330C-34E9-AB590A3A1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3F77B-32E8-0F96-5599-6047717E6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5550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EFD1A9-0678-ACB4-F50D-539AB8BD2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B1D98B-3565-30BE-51E3-EDFED6ADF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517C9-B391-33EF-BD19-B3147FDDB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6267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CB2B0-E1BB-C961-A724-7D27DABBF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654F8-D23C-0EC7-2893-73ABA978E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5BCA58-1FCC-C000-EE50-26E6C83EB1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1F1CC-9222-DCDB-0673-523AEBEBE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E2A361-BF86-CE47-5734-29A4D8681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8446C-AA62-C45E-93DD-DAC85FE10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617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78831-8A7D-EBDC-120A-2523F0261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40AA6B-9E24-57E3-6399-BBBE67857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57C9D0-27D4-F707-5788-E5F723FE9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501FBD-53F9-6695-3D15-1A5AF5D9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6B172C-FBED-8353-D690-829A1644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7F8445-4643-E25C-3C5D-74F62718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105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29260-21EE-3303-1245-CCB49C8C2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94845A-3811-6D39-D76B-7F750E28A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C536E-9A93-D031-B722-17F931D92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31D3F-24A9-69BA-AE7B-3256A1EBA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59A2E-5C72-18CB-9A16-4A9FF408F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587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650986-735C-A0B9-25DD-99BD07495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1D6422-FAD5-9FCB-2AF9-17F78DB21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AAF07-3CCE-B948-B4F9-351B432A5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C70E7C-6A51-434D-C3EF-029C6535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C99D1-510B-B990-BB81-9A64F9B1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874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5F2D95-2F81-B12E-E4EA-AD12C3634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DA0E5-41DC-54C0-A8D2-6FD51C4B4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63D50-C640-7D93-DED1-AE45F09EA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60F2F5-2F2F-4A65-8AC6-0AF42D8123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35838-0333-5065-B5D8-DB1584BAB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7AC3C-5D02-4243-9250-51480560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9D46-5CA7-505A-552E-A45E4032C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EC89FD-D363-55C5-4885-248E9F33C8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Welcome slide</a:t>
            </a:r>
          </a:p>
          <a:p>
            <a:r>
              <a:rPr lang="en-GB" dirty="0"/>
              <a:t>Links to my blog and repo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8630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7FC2-57B1-E355-B6E9-11837AE4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Context of my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2CF51-1570-31C6-608A-BF8D56AD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Yellow box method (RE)</a:t>
            </a:r>
          </a:p>
          <a:p>
            <a:r>
              <a:rPr lang="en-GB" dirty="0"/>
              <a:t>What is my project (idk if  this means context of my project if its not then that’s probs a new slide job)(</a:t>
            </a:r>
          </a:p>
          <a:p>
            <a:endParaRPr lang="en-GB" dirty="0"/>
          </a:p>
          <a:p>
            <a:r>
              <a:rPr lang="en-GB" dirty="0"/>
              <a:t>I will be </a:t>
            </a:r>
            <a:r>
              <a:rPr lang="en-GB" dirty="0" err="1"/>
              <a:t>investgating</a:t>
            </a:r>
            <a:r>
              <a:rPr lang="en-GB" dirty="0"/>
              <a:t> different guidance techniques and then how they work together and when to use them combined</a:t>
            </a:r>
          </a:p>
          <a:p>
            <a:r>
              <a:rPr lang="en-GB" dirty="0"/>
              <a:t>For example if you want the player to go into a room you may have audio coming from the room with maybe a light sign above it </a:t>
            </a:r>
            <a:r>
              <a:rPr lang="en-GB"/>
              <a:t>or something or have the door open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8888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055B-BA0E-7B6B-4790-266BCA568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7944" y="136525"/>
            <a:ext cx="8516112" cy="1325563"/>
          </a:xfrm>
        </p:spPr>
        <p:txBody>
          <a:bodyPr/>
          <a:lstStyle/>
          <a:p>
            <a:r>
              <a:rPr lang="en-GB" dirty="0"/>
              <a:t>How does it fit into my specific field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7F52-2185-E498-10FE-0C655B7F6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601"/>
            <a:ext cx="10515600" cy="4351338"/>
          </a:xfrm>
        </p:spPr>
        <p:txBody>
          <a:bodyPr/>
          <a:lstStyle/>
          <a:p>
            <a:r>
              <a:rPr lang="en-GB" dirty="0"/>
              <a:t>As a game designer I believe this project is highly relevant to my field as player guidance plays a significant role in how players navigate, understand, and interact with game environments</a:t>
            </a:r>
          </a:p>
          <a:p>
            <a:r>
              <a:rPr lang="en-GB" dirty="0"/>
              <a:t>The ability to direct player behaviour through level design and environmental cues if a fundamental design skill that can improve immersion while reducing reliance on explicit guidance systems such as objective markers or tutorials.</a:t>
            </a:r>
          </a:p>
        </p:txBody>
      </p:sp>
    </p:spTree>
    <p:extLst>
      <p:ext uri="{BB962C8B-B14F-4D97-AF65-F5344CB8AC3E}">
        <p14:creationId xmlns:p14="http://schemas.microsoft.com/office/powerpoint/2010/main" val="1403049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50BC8-5934-97AC-5455-91A61D9FE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results, from academic literature and/or from state-of-the-art, upon which your project will be built?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D156B-516D-4D68-D36F-EE86596D4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7"/>
            <a:ext cx="10515600" cy="4101275"/>
          </a:xfrm>
        </p:spPr>
        <p:txBody>
          <a:bodyPr/>
          <a:lstStyle/>
          <a:p>
            <a:r>
              <a:rPr lang="en-GB" dirty="0"/>
              <a:t>What professional designers and academics already know about player navigation </a:t>
            </a:r>
          </a:p>
          <a:p>
            <a:endParaRPr lang="en-GB" dirty="0"/>
          </a:p>
          <a:p>
            <a:r>
              <a:rPr lang="en-GB" dirty="0"/>
              <a:t>Research – Design Decisions – Prototyping – Testing </a:t>
            </a:r>
          </a:p>
        </p:txBody>
      </p:sp>
    </p:spTree>
    <p:extLst>
      <p:ext uri="{BB962C8B-B14F-4D97-AF65-F5344CB8AC3E}">
        <p14:creationId xmlns:p14="http://schemas.microsoft.com/office/powerpoint/2010/main" val="2765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D499B-D391-1998-8220-49BBE4D54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the key research questions that you will seek to answer in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697F5-3BF2-E88E-4728-39D1C5BBD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4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F66F7-7AB2-C807-5800-FC353C35F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will be the final format of your artefact?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57817-3008-A9C8-81C4-BA5477735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8686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0C7A1-0989-23EA-C5E2-C7D35C50D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is the audience for your artefact, and what need does it fulfil for them?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3B285-0779-0A36-7470-4577636E5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658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A9B8-8A13-AD6F-D281-0E8E4EF5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legal, social, ethical, and/or professional issues associated with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596B5-16F9-9216-9C80-11D70D664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39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275</Words>
  <Application>Microsoft Office PowerPoint</Application>
  <PresentationFormat>Widescreen</PresentationFormat>
  <Paragraphs>19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Context of my project</vt:lpstr>
      <vt:lpstr>How does it fit into my specific field</vt:lpstr>
      <vt:lpstr>What are the key results, from academic literature and/or from state-of-the-art, upon which your project will be built? </vt:lpstr>
      <vt:lpstr>What are the key research questions that you will seek to answer in your project? </vt:lpstr>
      <vt:lpstr>What will be the final format of your artefact?</vt:lpstr>
      <vt:lpstr>Who is the audience for your artefact, and what need does it fulfil for them?</vt:lpstr>
      <vt:lpstr>What are the key legal, social, ethical, and/or professional issues associated with your project?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4</cp:revision>
  <dcterms:created xsi:type="dcterms:W3CDTF">2026-06-04T11:10:39Z</dcterms:created>
  <dcterms:modified xsi:type="dcterms:W3CDTF">2026-06-08T14:04:12Z</dcterms:modified>
</cp:coreProperties>
</file>