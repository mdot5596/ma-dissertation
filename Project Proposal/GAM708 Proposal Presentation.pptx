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622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3079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482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124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360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767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723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6672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4775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494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666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936581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65764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45935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904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9933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8607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960F2F5-2F2F-4A65-8AC6-0AF42D8123C9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4942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9D46-5CA7-505A-552E-A45E4032C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1175" y="688266"/>
            <a:ext cx="10293215" cy="1843749"/>
          </a:xfrm>
        </p:spPr>
        <p:txBody>
          <a:bodyPr/>
          <a:lstStyle/>
          <a:p>
            <a:r>
              <a:rPr lang="en-GB" sz="3600" dirty="0"/>
              <a:t>Environmental Guidance in Digital Games: Influencing Player Navigation Without Explicit Instruction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02293E-1EFA-592D-8FD0-D6E28D7D5C0D}"/>
              </a:ext>
            </a:extLst>
          </p:cNvPr>
          <p:cNvSpPr txBox="1">
            <a:spLocks/>
          </p:cNvSpPr>
          <p:nvPr/>
        </p:nvSpPr>
        <p:spPr>
          <a:xfrm>
            <a:off x="421175" y="2669175"/>
            <a:ext cx="2605488" cy="45052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sz="2400" dirty="0"/>
              <a:t>Morgan Hodge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1C77D5BD-7574-0068-A0C6-D5B9D308C1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52155" y="3738305"/>
            <a:ext cx="8825658" cy="861420"/>
          </a:xfrm>
        </p:spPr>
        <p:txBody>
          <a:bodyPr>
            <a:normAutofit/>
          </a:bodyPr>
          <a:lstStyle/>
          <a:p>
            <a:r>
              <a:rPr lang="en-GB" dirty="0"/>
              <a:t>GitHub Repo:</a:t>
            </a:r>
          </a:p>
          <a:p>
            <a:r>
              <a:rPr lang="en-GB" dirty="0"/>
              <a:t>Blog: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8630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7FC2-57B1-E355-B6E9-11837AE43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1603" y="218699"/>
            <a:ext cx="6349049" cy="928026"/>
          </a:xfrm>
        </p:spPr>
        <p:txBody>
          <a:bodyPr/>
          <a:lstStyle/>
          <a:p>
            <a:r>
              <a:rPr lang="en-GB" dirty="0"/>
              <a:t>Context of my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2CF51-1570-31C6-608A-BF8D56AD6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223" y="1411901"/>
            <a:ext cx="5233481" cy="48676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400" dirty="0"/>
              <a:t>The Problem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GB" dirty="0"/>
              <a:t>Players need guidance to navigate game worlds</a:t>
            </a:r>
          </a:p>
          <a:p>
            <a:pPr>
              <a:buFont typeface="Wingdings" panose="05000000000000000000" pitchFamily="2" charset="2"/>
              <a:buChar char="Ø"/>
            </a:pPr>
            <a:endParaRPr lang="en-GB" dirty="0"/>
          </a:p>
          <a:p>
            <a:pPr>
              <a:buFont typeface="Wingdings" panose="05000000000000000000" pitchFamily="2" charset="2"/>
              <a:buChar char="Ø"/>
            </a:pPr>
            <a:r>
              <a:rPr lang="en-GB" dirty="0"/>
              <a:t>Traditional guidance systems include: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Quest markers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Mini map indicators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Tutorial Prompts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Coloured assets 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GB" sz="2000" dirty="0"/>
          </a:p>
          <a:p>
            <a:r>
              <a:rPr lang="en-GB" dirty="0"/>
              <a:t>While these traditional methods are effective, they can reduce immersion and player discovery </a:t>
            </a:r>
          </a:p>
        </p:txBody>
      </p:sp>
      <p:pic>
        <p:nvPicPr>
          <p:cNvPr id="4" name="Picture 3" descr="Step 8 Play the objective.">
            <a:extLst>
              <a:ext uri="{FF2B5EF4-FFF2-40B4-BE49-F238E27FC236}">
                <a16:creationId xmlns:a16="http://schemas.microsoft.com/office/drawing/2014/main" id="{0FCEFB87-E5B3-DF2E-28F1-20733659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1505" y="4846320"/>
            <a:ext cx="2601918" cy="1951439"/>
          </a:xfrm>
          <a:prstGeom prst="rect">
            <a:avLst/>
          </a:prstGeom>
        </p:spPr>
      </p:pic>
      <p:pic>
        <p:nvPicPr>
          <p:cNvPr id="5" name="Picture 4" descr="Red Dead Online Introduction Tutorial Walkthrough">
            <a:extLst>
              <a:ext uri="{FF2B5EF4-FFF2-40B4-BE49-F238E27FC236}">
                <a16:creationId xmlns:a16="http://schemas.microsoft.com/office/drawing/2014/main" id="{3207058F-157F-FD6A-01FA-3A16BD1E9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5018058"/>
            <a:ext cx="3925030" cy="1651155"/>
          </a:xfrm>
          <a:prstGeom prst="rect">
            <a:avLst/>
          </a:prstGeom>
        </p:spPr>
      </p:pic>
      <p:pic>
        <p:nvPicPr>
          <p:cNvPr id="6" name="Picture 5" descr="game ui design mechanics">
            <a:extLst>
              <a:ext uri="{FF2B5EF4-FFF2-40B4-BE49-F238E27FC236}">
                <a16:creationId xmlns:a16="http://schemas.microsoft.com/office/drawing/2014/main" id="{EC286032-803B-723A-2764-9FC8E3E6C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464" y="1229021"/>
            <a:ext cx="5305590" cy="3535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888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A055B-BA0E-7B6B-4790-266BCA568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5981"/>
            <a:ext cx="9750552" cy="814451"/>
          </a:xfrm>
        </p:spPr>
        <p:txBody>
          <a:bodyPr/>
          <a:lstStyle/>
          <a:p>
            <a:r>
              <a:rPr lang="en-GB" dirty="0"/>
              <a:t>How does it fit into my specific field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57F52-2185-E498-10FE-0C655B7F6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601"/>
            <a:ext cx="10515600" cy="4351338"/>
          </a:xfrm>
        </p:spPr>
        <p:txBody>
          <a:bodyPr/>
          <a:lstStyle/>
          <a:p>
            <a:r>
              <a:rPr lang="en-GB" dirty="0"/>
              <a:t>As a game designer I believe this project is highly relevant to my field as player guidance plays a significant role in how players navigate, understand, and interact with game environments</a:t>
            </a:r>
          </a:p>
          <a:p>
            <a:r>
              <a:rPr lang="en-GB" dirty="0"/>
              <a:t>The ability to direct player behaviour through level design and environmental cues if a fundamental design skill that can improve immersion while reducing reliance on explicit guidance systems such as objective markers or tutorials.</a:t>
            </a:r>
          </a:p>
        </p:txBody>
      </p:sp>
    </p:spTree>
    <p:extLst>
      <p:ext uri="{BB962C8B-B14F-4D97-AF65-F5344CB8AC3E}">
        <p14:creationId xmlns:p14="http://schemas.microsoft.com/office/powerpoint/2010/main" val="1403049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50BC8-5934-97AC-5455-91A61D9FE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are the key results, from academic literature and/or from state-of-the-art, upon which your project will be built?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D156B-516D-4D68-D36F-EE86596D4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87"/>
            <a:ext cx="10515600" cy="4101275"/>
          </a:xfrm>
        </p:spPr>
        <p:txBody>
          <a:bodyPr/>
          <a:lstStyle/>
          <a:p>
            <a:r>
              <a:rPr lang="en-GB" dirty="0"/>
              <a:t>What professional designers and academics already know about player navigation </a:t>
            </a:r>
          </a:p>
          <a:p>
            <a:endParaRPr lang="en-GB" dirty="0"/>
          </a:p>
          <a:p>
            <a:r>
              <a:rPr lang="en-GB" dirty="0"/>
              <a:t>Research – Design Decisions – Prototyping – Testing </a:t>
            </a:r>
          </a:p>
        </p:txBody>
      </p:sp>
    </p:spTree>
    <p:extLst>
      <p:ext uri="{BB962C8B-B14F-4D97-AF65-F5344CB8AC3E}">
        <p14:creationId xmlns:p14="http://schemas.microsoft.com/office/powerpoint/2010/main" val="2765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D499B-D391-1998-8220-49BBE4D54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the key research questions that you will seek to answer in your project?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697F5-3BF2-E88E-4728-39D1C5BBD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44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F66F7-7AB2-C807-5800-FC353C35F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will be the final format of your artefact?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57817-3008-A9C8-81C4-BA5477735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8686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0C7A1-0989-23EA-C5E2-C7D35C50D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is the audience for your artefact, and what need does it fulfil for them?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3B285-0779-0A36-7470-4577636E5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658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2A9B8-8A13-AD6F-D281-0E8E4EF52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are the key legal, social, ethical, and/or professional issues associated with your project?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596B5-16F9-9216-9C80-11D70D664D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7398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182</TotalTime>
  <Words>240</Words>
  <Application>Microsoft Office PowerPoint</Application>
  <PresentationFormat>Widescreen</PresentationFormat>
  <Paragraphs>26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Century Gothic</vt:lpstr>
      <vt:lpstr>Courier New</vt:lpstr>
      <vt:lpstr>Wingdings</vt:lpstr>
      <vt:lpstr>Wingdings 3</vt:lpstr>
      <vt:lpstr>Ion</vt:lpstr>
      <vt:lpstr>Environmental Guidance in Digital Games: Influencing Player Navigation Without Explicit Instruction </vt:lpstr>
      <vt:lpstr>Context of my project</vt:lpstr>
      <vt:lpstr>How does it fit into my specific field</vt:lpstr>
      <vt:lpstr>What are the key results, from academic literature and/or from state-of-the-art, upon which your project will be built? </vt:lpstr>
      <vt:lpstr>What are the key research questions that you will seek to answer in your project? </vt:lpstr>
      <vt:lpstr>What will be the final format of your artefact?</vt:lpstr>
      <vt:lpstr>Who is the audience for your artefact, and what need does it fulfil for them?</vt:lpstr>
      <vt:lpstr>What are the key legal, social, ethical, and/or professional issues associated with your project?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7</cp:revision>
  <dcterms:created xsi:type="dcterms:W3CDTF">2026-06-04T11:10:39Z</dcterms:created>
  <dcterms:modified xsi:type="dcterms:W3CDTF">2026-06-15T14:24:40Z</dcterms:modified>
</cp:coreProperties>
</file>